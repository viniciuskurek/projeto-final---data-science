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61" r:id="rId5"/>
    <p:sldId id="258" r:id="rId6"/>
    <p:sldId id="260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ntro.nyc/local-laws/2010-4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DFDDF-FCB0-408A-97FA-B50458B28B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Final</a:t>
            </a:r>
            <a:br>
              <a:rPr lang="pt-BR" dirty="0"/>
            </a:br>
            <a:r>
              <a:rPr lang="pt-BR" dirty="0"/>
              <a:t>Ciência de 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162C9A-5237-45B3-A0F2-0B37D9CBAC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Eduardo Kurek</a:t>
            </a:r>
          </a:p>
          <a:p>
            <a:r>
              <a:rPr lang="pt-BR" dirty="0"/>
              <a:t>Vinícius Kurek</a:t>
            </a:r>
          </a:p>
        </p:txBody>
      </p:sp>
    </p:spTree>
    <p:extLst>
      <p:ext uri="{BB962C8B-B14F-4D97-AF65-F5344CB8AC3E}">
        <p14:creationId xmlns:p14="http://schemas.microsoft.com/office/powerpoint/2010/main" val="148525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DATASET: AirQuality NYC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Poluentes emitidos e suas principais fontes;</a:t>
            </a:r>
          </a:p>
          <a:p>
            <a:r>
              <a:rPr lang="pt-BR" dirty="0"/>
              <a:t>Dados hospitalares e sua causa;</a:t>
            </a:r>
          </a:p>
          <a:p>
            <a:r>
              <a:rPr lang="pt-BR" dirty="0"/>
              <a:t>Dados de tráfego de veículos;</a:t>
            </a:r>
          </a:p>
          <a:p>
            <a:r>
              <a:rPr lang="pt-BR" dirty="0"/>
              <a:t>Cidade de Nova Iorque;</a:t>
            </a:r>
          </a:p>
          <a:p>
            <a:r>
              <a:rPr lang="pt-BR" dirty="0"/>
              <a:t>Separado por região;</a:t>
            </a:r>
          </a:p>
          <a:p>
            <a:r>
              <a:rPr lang="pt-BR" dirty="0"/>
              <a:t>Alguns dados são por estação do ano, outros são médias do ano inteiro</a:t>
            </a:r>
          </a:p>
        </p:txBody>
      </p:sp>
    </p:spTree>
    <p:extLst>
      <p:ext uri="{BB962C8B-B14F-4D97-AF65-F5344CB8AC3E}">
        <p14:creationId xmlns:p14="http://schemas.microsoft.com/office/powerpoint/2010/main" val="37711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MOTIVAÇÕES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Poluição ambiental é um tópico global e preocupante;</a:t>
            </a:r>
          </a:p>
          <a:p>
            <a:r>
              <a:rPr lang="pt-BR" dirty="0"/>
              <a:t>Precisamos cuidar do nosso planeta;</a:t>
            </a:r>
          </a:p>
          <a:p>
            <a:r>
              <a:rPr lang="pt-BR" dirty="0"/>
              <a:t>Para isso, leis precisam ser estabelecidas;</a:t>
            </a:r>
          </a:p>
          <a:p>
            <a:r>
              <a:rPr lang="pt-BR" dirty="0"/>
              <a:t>Analisar os dados podem nos indicar se as leis estão sendo efetivas ou não;</a:t>
            </a:r>
          </a:p>
          <a:p>
            <a:r>
              <a:rPr lang="pt-BR" dirty="0"/>
              <a:t>Também podemos analisar qual poluente é mais grave para a saúde humana, e focar em reduzir suas principais fontes;</a:t>
            </a:r>
          </a:p>
          <a:p>
            <a:r>
              <a:rPr lang="pt-BR" dirty="0"/>
              <a:t>Dessa forma o planeta como um todo se beneficia;</a:t>
            </a:r>
          </a:p>
        </p:txBody>
      </p:sp>
    </p:spTree>
    <p:extLst>
      <p:ext uri="{BB962C8B-B14F-4D97-AF65-F5344CB8AC3E}">
        <p14:creationId xmlns:p14="http://schemas.microsoft.com/office/powerpoint/2010/main" val="2695991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1066D-CCC5-4F6C-9FD5-31677250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6B1772-4CDC-4D5D-B9FF-C69574B86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8F2E97-1E88-4827-BF70-481D85350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" y="0"/>
            <a:ext cx="11910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6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PERGUNTAS E HIPÓTESES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b="1" dirty="0"/>
              <a:t>P1:</a:t>
            </a:r>
          </a:p>
          <a:p>
            <a:pPr lvl="1"/>
            <a:r>
              <a:rPr lang="pt-BR" b="1" dirty="0"/>
              <a:t>a)</a:t>
            </a:r>
            <a:r>
              <a:rPr lang="pt-BR" dirty="0"/>
              <a:t> É possível prever a taxa de poluição emitida no ar nos próximos anos na cidade como um todo?</a:t>
            </a:r>
          </a:p>
          <a:p>
            <a:pPr lvl="1"/>
            <a:r>
              <a:rPr lang="pt-BR" b="1" dirty="0"/>
              <a:t>b) </a:t>
            </a:r>
            <a:r>
              <a:rPr lang="pt-BR" dirty="0"/>
              <a:t>É possível prever a taxa de poluição emitida no ar nos próximos anos por distrito na cidade?</a:t>
            </a:r>
            <a:endParaRPr lang="pt-BR" b="1" dirty="0"/>
          </a:p>
          <a:p>
            <a:r>
              <a:rPr lang="pt-BR" b="1" dirty="0"/>
              <a:t>H1: </a:t>
            </a:r>
            <a:r>
              <a:rPr lang="pt-BR" dirty="0"/>
              <a:t>Haverá uma correlação negativa significativa entre o período do ano e a poluição do ar;</a:t>
            </a:r>
          </a:p>
          <a:p>
            <a:r>
              <a:rPr lang="pt-BR" b="1" dirty="0"/>
              <a:t>H2: </a:t>
            </a:r>
            <a:r>
              <a:rPr lang="pt-BR" dirty="0"/>
              <a:t>O período passado é um bom preditor para dizer se a poluição do ar vai subir ou diminuir no próximo ano;</a:t>
            </a:r>
          </a:p>
          <a:p>
            <a:r>
              <a:rPr lang="pt-BR" b="1" dirty="0"/>
              <a:t>H3: </a:t>
            </a:r>
            <a:r>
              <a:rPr lang="pt-BR" dirty="0"/>
              <a:t>A concentração anual de PM2.5 apresenta uma relação maior com os indicadores de mortalidade do que com indicadores de morbidade.</a:t>
            </a:r>
          </a:p>
        </p:txBody>
      </p:sp>
    </p:spTree>
    <p:extLst>
      <p:ext uri="{BB962C8B-B14F-4D97-AF65-F5344CB8AC3E}">
        <p14:creationId xmlns:p14="http://schemas.microsoft.com/office/powerpoint/2010/main" val="1606927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INTEGRAÇÃO E LIMPEZA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A princípio o </a:t>
            </a:r>
            <a:r>
              <a:rPr lang="pt-BR" dirty="0" err="1"/>
              <a:t>dataset</a:t>
            </a:r>
            <a:r>
              <a:rPr lang="pt-BR" dirty="0"/>
              <a:t> é bem comportado;</a:t>
            </a:r>
          </a:p>
          <a:p>
            <a:r>
              <a:rPr lang="pt-BR" dirty="0"/>
              <a:t>Apesar da organização, alguns períodos não atendiam nossas expectativas;</a:t>
            </a:r>
          </a:p>
          <a:p>
            <a:r>
              <a:rPr lang="pt-BR" dirty="0"/>
              <a:t>Separamos o conjunto em dois para nossa análise, os que eram de períodos anuais e sazonais;</a:t>
            </a:r>
          </a:p>
          <a:p>
            <a:r>
              <a:rPr lang="pt-BR" dirty="0"/>
              <a:t>Todos os dados que não são poluentes acabaram ficando como sazonais;</a:t>
            </a:r>
          </a:p>
          <a:p>
            <a:r>
              <a:rPr lang="pt-BR" dirty="0"/>
              <a:t>Para dados sazonais consideramos o inverno como fazendo parte do ano em que ele é mais significativo;</a:t>
            </a:r>
          </a:p>
          <a:p>
            <a:r>
              <a:rPr lang="pt-BR" dirty="0"/>
              <a:t>Sem presença de outliers.</a:t>
            </a:r>
          </a:p>
        </p:txBody>
      </p:sp>
    </p:spTree>
    <p:extLst>
      <p:ext uri="{BB962C8B-B14F-4D97-AF65-F5344CB8AC3E}">
        <p14:creationId xmlns:p14="http://schemas.microsoft.com/office/powerpoint/2010/main" val="269743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52233"/>
            <a:ext cx="9601200" cy="753533"/>
          </a:xfrm>
        </p:spPr>
        <p:txBody>
          <a:bodyPr/>
          <a:lstStyle/>
          <a:p>
            <a:pPr algn="ctr"/>
            <a:r>
              <a:rPr lang="pt-BR" dirty="0"/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76669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RESULTADOS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Grande relação entre emissão de poluentes e estação do ano;</a:t>
            </a:r>
          </a:p>
          <a:p>
            <a:r>
              <a:rPr lang="pt-BR" dirty="0"/>
              <a:t>Taxa de NO2 vem diminuindo ao longo dos anos;</a:t>
            </a:r>
          </a:p>
          <a:p>
            <a:r>
              <a:rPr lang="pt-BR" dirty="0"/>
              <a:t>O período passado é um bom preditor para previsão apenas no poluente NO2;</a:t>
            </a:r>
          </a:p>
          <a:p>
            <a:r>
              <a:rPr lang="pt-BR" dirty="0"/>
              <a:t>Enfermidades causadas por PM2.5 são mais graves, e ocasionam em mais mortes;</a:t>
            </a:r>
          </a:p>
          <a:p>
            <a:r>
              <a:rPr lang="pt-BR" dirty="0"/>
              <a:t>Foi possível predizer o NO2 com as </a:t>
            </a:r>
            <a:r>
              <a:rPr lang="pt-BR" dirty="0" err="1"/>
              <a:t>features</a:t>
            </a:r>
            <a:r>
              <a:rPr lang="pt-BR" dirty="0"/>
              <a:t>  LAG1, LAG2, e YEAR na cidade como um todo;</a:t>
            </a:r>
          </a:p>
          <a:p>
            <a:r>
              <a:rPr lang="pt-BR" dirty="0"/>
              <a:t>Não foi possível predizer poluentes separando por distritos;</a:t>
            </a:r>
          </a:p>
          <a:p>
            <a:r>
              <a:rPr lang="pt-BR" dirty="0"/>
              <a:t>Regressão linear foi o modelo mais eficaz R²(0.542) e RMSE (0.353);</a:t>
            </a:r>
          </a:p>
          <a:p>
            <a:r>
              <a:rPr lang="pt-BR" dirty="0" err="1"/>
              <a:t>Random</a:t>
            </a:r>
            <a:r>
              <a:rPr lang="pt-BR" dirty="0"/>
              <a:t> </a:t>
            </a:r>
            <a:r>
              <a:rPr lang="pt-BR" dirty="0" err="1"/>
              <a:t>forest</a:t>
            </a:r>
            <a:r>
              <a:rPr lang="pt-BR" dirty="0"/>
              <a:t> e </a:t>
            </a:r>
            <a:r>
              <a:rPr lang="pt-BR" dirty="0" err="1"/>
              <a:t>boost</a:t>
            </a:r>
            <a:r>
              <a:rPr lang="pt-BR" dirty="0"/>
              <a:t> gradiente não foram eficientes.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834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45F06F1-15E3-4ACD-9732-CB57AB82C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461453"/>
            <a:ext cx="10312171" cy="193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RECOMENDAÇÕES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PM2.5 é um poluente grave para a saúde humana;</a:t>
            </a:r>
          </a:p>
          <a:p>
            <a:r>
              <a:rPr lang="pt-BR" dirty="0"/>
              <a:t>Suas fontes são: caldeiras, fornos, veículos à diesel;</a:t>
            </a:r>
          </a:p>
          <a:p>
            <a:r>
              <a:rPr lang="pt-BR" dirty="0"/>
              <a:t>Políticas de redução para essas fontes podem ser tomadas;</a:t>
            </a:r>
          </a:p>
          <a:p>
            <a:r>
              <a:rPr lang="pt-BR" dirty="0"/>
              <a:t>Continuação da política de financiamento para atualização de caldeiras para biodiesel (</a:t>
            </a:r>
            <a:r>
              <a:rPr lang="pt-BR" dirty="0">
                <a:hlinkClick r:id="rId2"/>
              </a:rPr>
              <a:t>https://intro.nyc/local-laws/2010-43</a:t>
            </a:r>
            <a:r>
              <a:rPr lang="pt-BR" dirty="0"/>
              <a:t>) ;</a:t>
            </a:r>
          </a:p>
          <a:p>
            <a:r>
              <a:rPr lang="pt-BR" dirty="0"/>
              <a:t>Pesquisas de soluções energéticas mais limpas.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338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LIÇÕES APRENDIDAS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Hipóteses foram possíveis de se analisar;</a:t>
            </a:r>
          </a:p>
          <a:p>
            <a:r>
              <a:rPr lang="pt-BR" dirty="0"/>
              <a:t>Algumas perguntas que pensamos anteriormente se tornaram inviáveis por causa de dados insuficientes;</a:t>
            </a:r>
          </a:p>
          <a:p>
            <a:r>
              <a:rPr lang="pt-BR" dirty="0"/>
              <a:t>Adaptamos a pergunta e as hipóteses para se tornarem possíveis com os nossos dados disponíveis;</a:t>
            </a:r>
          </a:p>
          <a:p>
            <a:r>
              <a:rPr lang="pt-BR" dirty="0"/>
              <a:t>Regressão linear se mostrou o modelo mais eficiente, o que diz que o mais simples pode ser o melhor em alguns casos;</a:t>
            </a:r>
          </a:p>
        </p:txBody>
      </p:sp>
    </p:spTree>
    <p:extLst>
      <p:ext uri="{BB962C8B-B14F-4D97-AF65-F5344CB8AC3E}">
        <p14:creationId xmlns:p14="http://schemas.microsoft.com/office/powerpoint/2010/main" val="267456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88A4E-5721-4093-B1DD-8B88E8B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3533"/>
          </a:xfrm>
        </p:spPr>
        <p:txBody>
          <a:bodyPr/>
          <a:lstStyle/>
          <a:p>
            <a:r>
              <a:rPr lang="pt-BR" dirty="0"/>
              <a:t>TRABALHOS FUTUROS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9AB17C-BFCC-461F-90D9-3830FF97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pt-BR" dirty="0"/>
              <a:t>Analisar a relação entre os poluentes e a saúde da população;</a:t>
            </a:r>
          </a:p>
          <a:p>
            <a:r>
              <a:rPr lang="pt-BR" dirty="0"/>
              <a:t>Bases de dados de outros países para comparativos;</a:t>
            </a:r>
          </a:p>
          <a:p>
            <a:r>
              <a:rPr lang="pt-BR" dirty="0"/>
              <a:t>Verificar qual país tem a menor poluição, e quais leis e políticas são adotadas no mesmo;</a:t>
            </a:r>
          </a:p>
          <a:p>
            <a:r>
              <a:rPr lang="pt-BR" dirty="0"/>
              <a:t>Identificar quais leis possuem melhores resultados;</a:t>
            </a:r>
          </a:p>
        </p:txBody>
      </p:sp>
    </p:spTree>
    <p:extLst>
      <p:ext uri="{BB962C8B-B14F-4D97-AF65-F5344CB8AC3E}">
        <p14:creationId xmlns:p14="http://schemas.microsoft.com/office/powerpoint/2010/main" val="3757085071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{C848CB93-6FAA-46C3-9C7A-1EF1771C874C}TFc3084226-2d0c-440f-9f46-6b48c7a7f6702f1ae8ee-a396ae1b098f</Template>
  <TotalTime>255</TotalTime>
  <Words>591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Projeto Final Ciência de dados</vt:lpstr>
      <vt:lpstr>DATASET: AirQuality NYC</vt:lpstr>
      <vt:lpstr>MOTIVAÇÕES</vt:lpstr>
      <vt:lpstr>Apresentação do PowerPoint</vt:lpstr>
      <vt:lpstr>PERGUNTAS E HIPÓTESES</vt:lpstr>
      <vt:lpstr>INTEGRAÇÃO E LIMPEZA</vt:lpstr>
      <vt:lpstr>PIPELINE</vt:lpstr>
      <vt:lpstr>RESULTADOS PRINCIPAIS</vt:lpstr>
      <vt:lpstr>Apresentação do PowerPoint</vt:lpstr>
      <vt:lpstr>RECOMENDAÇÕES PRÁTICAS</vt:lpstr>
      <vt:lpstr>LIÇÕES APRENDIDAS</vt:lpstr>
      <vt:lpstr>TRABALHOS FUTUROS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Final Ciência de dados</dc:title>
  <dc:creator>Eduardo</dc:creator>
  <cp:lastModifiedBy>Eduardo</cp:lastModifiedBy>
  <cp:revision>10</cp:revision>
  <dcterms:created xsi:type="dcterms:W3CDTF">2025-11-27T22:16:42Z</dcterms:created>
  <dcterms:modified xsi:type="dcterms:W3CDTF">2025-11-29T17:11:35Z</dcterms:modified>
</cp:coreProperties>
</file>